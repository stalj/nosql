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A26C17-FB8A-40CA-AC56-2E51452BC752}" v="3" dt="2026-09-01T16:27:43.0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101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usz Stal" userId="570fe9c4-9123-4bde-9755-2a9767a29a9c" providerId="ADAL" clId="{93B0BD34-580E-4F7F-A301-D1F6EE30DB68}"/>
    <pc:docChg chg="modSld">
      <pc:chgData name="Janusz Stal" userId="570fe9c4-9123-4bde-9755-2a9767a29a9c" providerId="ADAL" clId="{93B0BD34-580E-4F7F-A301-D1F6EE30DB68}" dt="2026-09-01T16:27:43.793" v="8"/>
      <pc:docMkLst>
        <pc:docMk/>
      </pc:docMkLst>
      <pc:sldChg chg="addSp delSp modSp mod">
        <pc:chgData name="Janusz Stal" userId="570fe9c4-9123-4bde-9755-2a9767a29a9c" providerId="ADAL" clId="{93B0BD34-580E-4F7F-A301-D1F6EE30DB68}" dt="2026-09-01T16:27:43.793" v="8"/>
        <pc:sldMkLst>
          <pc:docMk/>
          <pc:sldMk cId="0" sldId="257"/>
        </pc:sldMkLst>
        <pc:spChg chg="add del mod">
          <ac:chgData name="Janusz Stal" userId="570fe9c4-9123-4bde-9755-2a9767a29a9c" providerId="ADAL" clId="{93B0BD34-580E-4F7F-A301-D1F6EE30DB68}" dt="2026-09-01T16:27:43.793" v="8"/>
          <ac:spMkLst>
            <pc:docMk/>
            <pc:sldMk cId="0" sldId="257"/>
            <ac:spMk id="2" creationId="{9CA48161-9C20-F5DC-7B88-24E245B731D6}"/>
          </ac:spMkLst>
        </pc:spChg>
      </pc:sldChg>
      <pc:sldChg chg="addSp delSp modSp mod">
        <pc:chgData name="Janusz Stal" userId="570fe9c4-9123-4bde-9755-2a9767a29a9c" providerId="ADAL" clId="{93B0BD34-580E-4F7F-A301-D1F6EE30DB68}" dt="2026-09-01T16:27:39.164" v="5"/>
        <pc:sldMkLst>
          <pc:docMk/>
          <pc:sldMk cId="0" sldId="258"/>
        </pc:sldMkLst>
        <pc:spChg chg="add del mod">
          <ac:chgData name="Janusz Stal" userId="570fe9c4-9123-4bde-9755-2a9767a29a9c" providerId="ADAL" clId="{93B0BD34-580E-4F7F-A301-D1F6EE30DB68}" dt="2026-09-01T16:27:31.626" v="2"/>
          <ac:spMkLst>
            <pc:docMk/>
            <pc:sldMk cId="0" sldId="258"/>
            <ac:spMk id="2" creationId="{60007FC5-947A-0EF6-6F95-36A12F5E3E71}"/>
          </ac:spMkLst>
        </pc:spChg>
        <pc:spChg chg="add del mod">
          <ac:chgData name="Janusz Stal" userId="570fe9c4-9123-4bde-9755-2a9767a29a9c" providerId="ADAL" clId="{93B0BD34-580E-4F7F-A301-D1F6EE30DB68}" dt="2026-09-01T16:27:39.164" v="5"/>
          <ac:spMkLst>
            <pc:docMk/>
            <pc:sldMk cId="0" sldId="258"/>
            <ac:spMk id="3" creationId="{1D7C8EAB-4690-EC42-5985-59361A44F8A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1907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Panoramiczny</PresentationFormat>
  <Paragraphs>3</Paragraphs>
  <Slides>3</Slides>
  <Notes>3</Notes>
  <HiddenSlides>0</HiddenSlides>
  <MMClips>0</MMClips>
  <ScaleCrop>false</ScaleCrop>
  <HeadingPairs>
    <vt:vector size="6" baseType="variant">
      <vt:variant>
        <vt:lpstr>Używane czcionki</vt:lpstr>
      </vt:variant>
      <vt:variant>
        <vt:i4>1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Prezentacja programu PowerPoint</vt:lpstr>
      <vt:lpstr>Prezentacja programu PowerPoint</vt:lpstr>
      <vt:lpstr>Prezentacja programu PowerPoint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JSON Files</dc:title>
  <dc:subject>PptxGenJS Presentation</dc:subject>
  <dc:creator>Created by Marp</dc:creator>
  <cp:lastModifiedBy>Janusz Stal</cp:lastModifiedBy>
  <cp:revision>1</cp:revision>
  <dcterms:created xsi:type="dcterms:W3CDTF">2026-09-01T16:27:21Z</dcterms:created>
  <dcterms:modified xsi:type="dcterms:W3CDTF">2026-09-01T16:27:45Z</dcterms:modified>
</cp:coreProperties>
</file>